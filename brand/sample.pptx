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ED47-63DB-733F-BEE6-401648B7F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3B207-ECF0-B599-F2C6-971621C31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C14E4-515D-2E6A-D9B6-310A19097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E40F9-0845-9321-945B-BFBCAF5F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D9035-47E1-1365-C546-366A26E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198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B5443-A35E-44CB-3C24-D4FC16C80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6C109-C923-521A-901D-3655B5AF0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8AA50-2612-7720-44DF-2360C3699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01E51-6D3F-538F-F630-BCC4A530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77FDA-EBE8-869D-415C-BF3C6002B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0580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2B73-4FC0-9298-9E42-EC06D3D8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ABAB6-E964-74E2-BD94-A79D29071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1EBF8-361F-1122-53C7-A42984FA8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3004C-90D6-6F8E-D940-70B6491D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32440-FC99-A18F-51B4-645427E3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8046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7B29-FE4F-8C2D-FFB6-E5DEF4E55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CF767-70C0-176F-5B17-0A60C3DC6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5878E-05BB-AD52-84A8-F98600C9E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A62E0-BE7D-FD8F-4292-896F7752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E0102-FE3D-3514-BA06-151AFD99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EF568-23BD-AC7D-6B5D-10D65B3F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54871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605A5-19BF-93D3-3153-A6240A17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5E328-F4AA-F2BE-B6A2-D9539BA17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F10F3-980A-9703-A3DA-7FAC69AFE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ED769-BC5A-4760-FC52-DB5F77532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8DC0E0-407F-5A71-6FB2-A2E9E513B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4E55A-DD8A-1740-B0DA-AF293A1AF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4D0730-9212-CC47-CD3E-C80A7241F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A5CFC-DFB2-AFC2-7E57-B7F5C7F6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765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939F-42C6-162A-0D0B-208DDA1AB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9D115-E6C3-8864-865F-49C3994A7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A30AD-D2E7-936A-45BD-A0C0AEB05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752FE-40B2-8F48-A750-54AE183C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967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B673A-004E-2CCA-A14A-E9AA99AEE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D9638-748D-F707-E835-3B643B55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ACC09-D52F-721E-842B-1799F56B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0967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A5A8-67EE-6715-6E48-7458FCCF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48AA4-8A4E-7A63-CED5-F65D7F6F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9F951-DE7D-875B-5A61-0306F628B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1E414-A74E-D8A5-E4F1-15A79F14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A6BA5-D3FD-391C-1CBC-71AA52B1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4198B-BF28-2427-4D1B-A2C24D26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6135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44FE-B08D-094A-8E8A-3840B1BE8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F0CF8-9EC3-47EA-60F1-0E7C9C492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A9CE4-0B04-9EFE-E2E3-BD890F6F7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14534-311A-98DF-C649-9688EB2D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9D044-7EC6-6E71-9D14-421CBD6A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5C8EB-780E-4636-F81E-042E8788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6071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2276-5D77-8F15-2DF2-8C10A70E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25F3C-B3EB-F773-B97A-EDDBC11B0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15CA6-5318-B25F-8F3C-4139B518A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F93C3-278D-1BDA-4E1B-3B0835D3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EB1E5-CA8B-1EDE-3A6E-899383FDD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31795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DA286-E34C-683D-E2BD-CB66395FD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05940-D41F-7788-88E8-1B8D044EE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8A652-56EA-5CDA-20F5-58B83365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21194-2B1C-6794-206C-449A260DB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F7D6D-7FC6-3E33-150A-56F2F42A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373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7E2CAD-E107-C6F0-DD5D-E41621BE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21F4F-16D0-393F-FE16-75CD08004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9F52D-FCA7-FA77-709C-95C1C4489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3C522-5287-49BC-911E-E32C47DB14B5}" type="datetimeFigureOut">
              <a:rPr lang="en-NL" smtClean="0"/>
              <a:t>22/05/2026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92E4A-1A7C-75F2-B511-5B1BA6CE0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806C2-52DA-8E7E-95D4-AAAE2CC22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BC5C9-0BA2-42BF-B387-EF7DB723496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9934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DBF50F6-DD88-4D9F-B7D3-79B989980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6BBDC2-6929-469E-B7C4-A03E77BF9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C7A8D-9B9D-1420-C499-3C2417D0064C}"/>
              </a:ext>
            </a:extLst>
          </p:cNvPr>
          <p:cNvSpPr txBox="1"/>
          <p:nvPr/>
        </p:nvSpPr>
        <p:spPr>
          <a:xfrm>
            <a:off x="5194821" y="2491717"/>
            <a:ext cx="6029326" cy="88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Weekly status — Email branding refresh — round 2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44E6B5-C9F5-4338-9E33-003B123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2" y="170309"/>
            <a:ext cx="2514948" cy="2174333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90B0F8D-9E81-4DE8-95D5-1A26E9390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30BA43A-83E9-4C67-92A6-F247FB37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2F3A0CC-EBFE-405D-B0C0-27DE361ED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F2E853E-B55A-4FFD-B90E-6FB4F31BD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 descr="FedEx">
            <a:extLst>
              <a:ext uri="{FF2B5EF4-FFF2-40B4-BE49-F238E27FC236}">
                <a16:creationId xmlns:a16="http://schemas.microsoft.com/office/drawing/2014/main" id="{367267C8-CF9A-98D8-3629-088130B66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7853" y="2145581"/>
            <a:ext cx="3943420" cy="1283419"/>
          </a:xfrm>
          <a:prstGeom prst="rect">
            <a:avLst/>
          </a:prstGeom>
          <a:noFill/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EDBF7-8E2C-46B8-9095-AE1D77E2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4" y="4560733"/>
            <a:ext cx="3061445" cy="2297266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0202872-FBB0-4F11-BC49-9FB400B21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EB2F40-D411-4D44-9638-AE0342C7F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7F7D91-A991-4196-AF73-327E04B56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78739A9-E67C-40E5-9468-0A68AEC54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0342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FedEx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Alireza Asadi</dc:creator>
  <cp:lastModifiedBy>Alireza Asadi</cp:lastModifiedBy>
  <cp:revision>1</cp:revision>
  <dcterms:created xsi:type="dcterms:W3CDTF">2026-05-22T12:48:03Z</dcterms:created>
  <dcterms:modified xsi:type="dcterms:W3CDTF">2026-05-22T12:52:14Z</dcterms:modified>
</cp:coreProperties>
</file>